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Y1 (20台)</c:v>
                  </c:pt>
                  <c:pt idx="1">
                    <c:v>Y2 (50台)</c:v>
                  </c:pt>
                  <c:pt idx="2">
                    <c:v>Y3 (100台)</c:v>
                  </c:pt>
                  <c:pt idx="3">
                    <c:v>Y4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デスクトップ誤り訂正型光量子コンピュータ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デスクトップ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≈ 3.3×10⁻⁴ (d=7, MWPM, L=0.27dB)。Phase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+1.8dB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今、成立する理由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~4.9×10⁻³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~3.3×10⁻⁴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6.1×10⁻⁷)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39496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+1.8dB (postselection) — 製品要件 p_L ≈ 3.3×10⁻⁴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~104W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p_L=6.1×10⁻⁷ は Phase 2+ PIC 全条件達成時の理論上限値。製品スペックは p_L ~3.3×10⁻⁴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225億円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約117億円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18億円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約870万円の装置直接費で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p_L~3.3×10⁻⁴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 / 約3,000万円 で Phase -1 開始後2ヶ月に実施。失敗時は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(開始後約4年)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約6,500万円)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約870万円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約8.7億円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約1,500億円超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約1,350億円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約560億円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約8.7億円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黒字化から36億円 ARR を視野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572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30815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2完了後1〜2年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7889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7889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8620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30815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~33%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3355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31596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74904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74904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822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04164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31596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8.7億)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0350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換算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(開始後2ヶ月)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