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≈ 3.3×10⁻⁴ (d=7, MWPM, L=0.27dB)。Phase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今、成立する理由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~3.3×10⁻⁴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6.1×10⁻⁷)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≈ 3.3×10⁻⁴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~104W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p_L=6.1×10⁻⁷ は Phase 2+ PIC 全条件達成時の理論上限値。製品スペックは p_L ~3.3×10⁻⁴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225億円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約117億円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18億円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約870万円の装置直接費で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p_L~3.3×10⁻⁴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 / 約3,000万円 で Phase -1 開始後2ヶ月に実施。失敗時は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(開始後約4年)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約6,500万円)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約8.7億円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約1,500億円超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約1,350億円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約560億円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約8.7億円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黒字化から36億円 ARR を視野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572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30815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2完了後1〜2年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30815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43159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431596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8.7億)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0350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換算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