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完全室温・104-112W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閾値報告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 p_th≈1.5%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 †Δ・RIN込み推定 5-9×10⁻⁴, Phase -1で確定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12121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標準depolarizing noise, d=3/5/7 全論理エラー率スケーリングを約1億ショットで確認。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66BB6A"/>
                </a:solidFill>
                <a:latin typeface="Meiryo"/>
              </a:defRPr>
            </a:pPr>
            <a: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成功確率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Level A 63% / Level B以上 81%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(本体28kg+冷却23kg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測（計画値）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09160"/>
            <a:ext cx="1463040" cy="32004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38912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229100"/>
            <a:ext cx="1463040" cy="8001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3205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55321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※ Y1-Y4 = 製品出荷開始後1-4年（プロジェクト開始後約4-7年）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段階投資で失敗損失を限定 (最大 4.6億円)。成功時 Y4 ARR 36億円 / 総開発費 8.7億円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理論的高速化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7,820万円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