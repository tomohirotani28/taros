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 ($5.78M)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-6766560" y="210312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23957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23957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407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40740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  ·  v3.6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