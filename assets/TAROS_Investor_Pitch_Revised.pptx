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 ($5.78M)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4023360"/>
          <a:ext cx="1033272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23957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23957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0175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0175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090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33101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35844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0175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0175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090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33101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358444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