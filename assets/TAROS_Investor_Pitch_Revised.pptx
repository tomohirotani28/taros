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≈ 3.3×10⁻⁴ (d=7, MWPM, L=0.27dB)。Phase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~3.3×10⁻⁴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6.1×10⁻⁷)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39496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+1.8dB (postselection) — 製品要件 p_L ≈ 3.3×10⁻⁴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p_L=6.1×10⁻⁷ は Phase 2+ PIC 全条件達成時の理論上限値。製品スペックは p_L ~3.3×10⁻⁴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p_L~3.3×10⁻⁴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約1,500億円超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約1,350億円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約560億円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3081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30815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3159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31596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0350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