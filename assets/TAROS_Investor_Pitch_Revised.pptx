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Tabletop · Room-temperature · Optical · System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 ·  May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·  v3.4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 ($120K)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2026年に成立する理由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$150M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$78M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$12M (18億円)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H2 – 2027 H1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H2 – 2028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 – 2029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– 2030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$58K装置直接費 (~870万円) 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$58K装置直接費 / $198K完全コスト で 2026年7月実施予定。失敗時は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(2030)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$432K)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 装置直接費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約8.6億円 ($5.74M)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約8.6億円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 黒字化、2033 までに 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210312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210312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68096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863840" y="21762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63840" y="23957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86384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680960" y="297180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7680960" y="297180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863840" y="3044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63840" y="32644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863840" y="3538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80960" y="384048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768096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86384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863840" y="4133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863840" y="4407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80960" y="470916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7680960" y="470916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7863840" y="4782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863840" y="50017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863840" y="5276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8.6億)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で換算 ($3.08M)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 [v3.1: 8→12ヶ月延長確定]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Tabletop · Room-temperature · Optical · System  ·  May 2026  ·  v3.4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